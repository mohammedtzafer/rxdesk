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914400"/>
            <a:ext cx="2103120" cy="914400"/>
          </a:xfrm>
          <a:prstGeom prst="roundRect">
            <a:avLst>
              <a:gd name="adj" fmla="val 15000"/>
            </a:avLst>
          </a:prstGeom>
          <a:solidFill>
            <a:srgbClr val="0071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21031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RxDesk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AAAAA"/>
                </a:solidFill>
              </a:rPr>
              <a:t>Know your prescribers. Grow your scripts.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AAAAAA"/>
                </a:solidFill>
              </a:rPr>
              <a:t>Protect your revenue.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4114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The prescriber relationship platform built for independent pharmacies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19,000 independent pharmacies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 the US have zero affordable tools for: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Prescriber relationship management (only option: Dotti at $1,815/mo)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Drug rep visit tracking from the pharmacy's perspective (no tool exists)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Prescription volume analytics by provider (IQVIA charges $50K+/yr)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Staff scheduling designed for pharmacy workflows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</a:rPr>
              <a:t>RxDesk fills every one of these gaps at $99–$299/month.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Provider Directory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NPI search, import, prescriber profiles with Rx analytics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Prescription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CSV upload, trends, alerts, concentration risk, payer mix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Drug Rep Tracker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Visit logging, provider linking, Rx correlation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Time Tracking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Clock in/out, scheduling, PTO, planned vs actual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3832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Reports &amp; Analytics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4023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12 reports with CSV export, provider scorecards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33832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Integrations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4023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PMS webhooks, RxNorm, patient SMS, payroll export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Differentiators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1E3"/>
                </a:solidFill>
              </a:rPr>
              <a:t>6–18x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cheaper than Dotti ($1,815/mo)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1E3"/>
                </a:solidFill>
              </a:rPr>
              <a:t>Only tool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2976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for drug rep tracking from pharmacy side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1E3"/>
                </a:solidFill>
              </a:rPr>
              <a:t>10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8638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Rx trend indicators per provider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1E3"/>
                </a:solidFill>
              </a:rPr>
              <a:t>551+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automated tests, production-ready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3383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1E3"/>
                </a:solidFill>
              </a:rPr>
              <a:t>45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9768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API endpoints for integrations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0" y="3383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1E3"/>
                </a:solidFill>
              </a:rPr>
              <a:t>36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86384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database models, enterprise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Pricing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14-day free trial. No credit card required.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$99/mo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1 location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50 providers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3 team members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Basic analytics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</a:rPr>
              <a:t>Growth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$199/mo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3 locations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Unlimited providers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15 team members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Full analytics +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</a:rPr>
              <a:t>Pro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$299/mo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38160" y="29260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Unlimited everything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API access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Custom branding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Priority support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Ready to grow your pharmacy?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Start your free trial 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005BB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rxdesk.darkknightmedia.me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© 2026 RxDesk.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RxDesk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RxDesk Product Overview</dc:subject>
  <dc:creator>RxDesk</dc:creator>
  <cp:lastModifiedBy>RxDesk</cp:lastModifiedBy>
  <cp:revision>1</cp:revision>
  <dcterms:created xsi:type="dcterms:W3CDTF">2026-04-05T02:05:28Z</dcterms:created>
  <dcterms:modified xsi:type="dcterms:W3CDTF">2026-04-05T02:05:28Z</dcterms:modified>
</cp:coreProperties>
</file>